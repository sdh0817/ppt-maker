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EEEEE"/>
                </a:solidFill>
                <a:latin typeface="맑은 고딕"/>
              </a:rPr>
              <a:t>연구 논문 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D000"/>
                </a:solidFill>
                <a:latin typeface="맑은 고딕"/>
              </a:rPr>
              <a:t>2007 – 2025 · 7편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맑은 고딕"/>
              </a:rPr>
              <a:t>고주파 회로 · 수동 소자 모델링 · 필터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논문 발표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2007-08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제어 가능한 전송 영점을 이용한 광대역 차단 특성을 갖는 저역 통과 필터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2007-08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48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단락 개방 Calibration 방법을 이용한 MIM 커패시터의 기생 소자 값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2009-08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LTCC 적층 필터를 위한 기생 성분 해석 및 필터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2010-08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20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향상된 보정 기술을 이용한 수동 소자의 동적 모델링과 고주파 필터 설계에의 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404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000"/>
                </a:solidFill>
                <a:latin typeface="맑은 고딕"/>
              </a:rPr>
              <a:t>— 박사 졸업 논문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2017-12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206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공통모드 초크의 간단한 고주파 모델링 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2022-04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92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향상된 등가 모델링 기법을 이용한 소형 대역통과 필터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000"/>
                </a:solidFill>
                <a:latin typeface="맑은 고딕"/>
              </a:rPr>
              <a:t>2025-05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577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EEEE"/>
                </a:solidFill>
                <a:latin typeface="맑은 고딕"/>
              </a:rPr>
              <a:t>위상 천이기와 대역통과 필터 복합 기능 구현으로 슬림 TV의 Wi-Fi·Bluetooth 모듈 소형화 및 양산화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897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000"/>
                </a:solidFill>
                <a:latin typeface="맑은 고딕"/>
              </a:rPr>
              <a:t>— 해동 산업체 우수논문상 수상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2007-08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제어 가능한 전송 영점을 이용한 광대역 차단 특성을 갖는 저역 통과 필터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2007-08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단락 개방 Calibration 방법을 이용한 MIM 커패시터의 기생 소자 값 추출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LTCC 적층 필터를 위한 기생 성분 해석 및 필터 설계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2010-08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향상된 보정 기술을 이용한 수동 소자의 동적 모델링과 고주파 필터 설계에의 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000"/>
                </a:solidFill>
                <a:latin typeface="맑은 고딕"/>
              </a:rPr>
              <a:t>★  박사 졸업 논문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2017-12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공통모드 초크의 간단한 고주파 모델링 기법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2022-04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향상된 등가 모델링 기법을 이용한 소형 대역통과 필터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D000"/>
                </a:solidFill>
                <a:latin typeface="맑은 고딕"/>
              </a:rPr>
              <a:t>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A0A0"/>
                </a:solidFill>
                <a:latin typeface="맑은 고딕"/>
              </a:rPr>
              <a:t>2025-05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맑은 고딕"/>
              </a:rPr>
              <a:t>위상 천이기와 대역통과 필터 복합 기능 구현으로 슬림 TV의 Wi-Fi·Bluetooth 모듈 소형화 및 양산화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000"/>
                </a:solidFill>
                <a:latin typeface="맑은 고딕"/>
              </a:rPr>
              <a:t>★  해동 산업체 우수논문상 수상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